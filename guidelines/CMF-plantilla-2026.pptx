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título — reemplazar por el título de la presentación, nombre, cargo y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en blanco — usar para contenido libre, imágenes a sangre o layouts personalizados.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 de contenido con título y lista de viñetas.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00700"/>
          </a:xfrm>
          <a:prstGeom prst="rect">
            <a:avLst/>
          </a:prstGeom>
          <a:solidFill>
            <a:srgbClr val="162D5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3330" b="3330"/>
          <a:stretch/>
        </p:blipFill>
        <p:spPr>
          <a:xfrm>
            <a:off x="0" y="0"/>
            <a:ext cx="18288000" cy="5600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53136" y="5968008"/>
            <a:ext cx="858172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98630"/>
              </a:lnSpc>
              <a:buNone/>
            </a:pPr>
            <a:r>
              <a:rPr lang="en-US" sz="4500" b="1" spc="-45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presentación</a:t>
            </a:r>
            <a:endParaRPr lang="en-US" sz="4500" dirty="0"/>
          </a:p>
        </p:txBody>
      </p:sp>
      <p:sp>
        <p:nvSpPr>
          <p:cNvPr id="5" name="Text 2"/>
          <p:cNvSpPr/>
          <p:nvPr/>
        </p:nvSpPr>
        <p:spPr>
          <a:xfrm>
            <a:off x="7113664" y="7425333"/>
            <a:ext cx="4060522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750"/>
              </a:lnSpc>
              <a:buNone/>
            </a:pPr>
            <a:r>
              <a:rPr lang="en-US" sz="2475" b="1" dirty="0">
                <a:solidFill>
                  <a:srgbClr val="2C2C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Nombre Apellido</a:t>
            </a:r>
            <a:endParaRPr lang="en-US" sz="2475" dirty="0"/>
          </a:p>
        </p:txBody>
      </p:sp>
      <p:sp>
        <p:nvSpPr>
          <p:cNvPr id="6" name="Text 3"/>
          <p:cNvSpPr/>
          <p:nvPr/>
        </p:nvSpPr>
        <p:spPr>
          <a:xfrm>
            <a:off x="7242863" y="7953970"/>
            <a:ext cx="3802126" cy="6179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1800"/>
              </a:lnSpc>
              <a:buNone/>
            </a:pPr>
            <a:r>
              <a:rPr lang="en-US" sz="1575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Cargo / Dirección Comisión para el Mercado Financiero</a:t>
            </a:r>
            <a:endParaRPr lang="en-US" sz="1575" dirty="0"/>
          </a:p>
        </p:txBody>
      </p:sp>
      <p:sp>
        <p:nvSpPr>
          <p:cNvPr id="7" name="Text 4"/>
          <p:cNvSpPr/>
          <p:nvPr/>
        </p:nvSpPr>
        <p:spPr>
          <a:xfrm>
            <a:off x="7113664" y="8933855"/>
            <a:ext cx="4060522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3214"/>
              </a:lnSpc>
              <a:buNone/>
            </a:pPr>
            <a:r>
              <a:rPr lang="en-US" sz="1725" b="1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Marzo 2026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0" y="9629775"/>
            <a:ext cx="18288000" cy="657225"/>
          </a:xfrm>
          <a:prstGeom prst="rect">
            <a:avLst/>
          </a:prstGeom>
          <a:solidFill>
            <a:srgbClr val="11235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11564" b="11564"/>
          <a:stretch/>
        </p:blipFill>
        <p:spPr>
          <a:xfrm>
            <a:off x="0" y="9629775"/>
            <a:ext cx="18288000" cy="6572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297846" y="9844088"/>
            <a:ext cx="15195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91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14300"/>
          </a:xfrm>
          <a:prstGeom prst="rect">
            <a:avLst/>
          </a:prstGeom>
          <a:solidFill>
            <a:srgbClr val="5B2B8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635794"/>
            <a:ext cx="2800603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75" b="1" spc="126" kern="0" dirty="0">
                <a:solidFill>
                  <a:srgbClr val="8547AD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ANTETÍTULO DE SECCIÓN</a:t>
            </a:r>
            <a:endParaRPr lang="en-US" sz="1575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2656" y="542925"/>
            <a:ext cx="1600944" cy="4857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00150"/>
            <a:ext cx="18105120" cy="6624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75" b="1" spc="-43" kern="0" dirty="0">
                <a:solidFill>
                  <a:srgbClr val="575756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Título de la diapositiva</a:t>
            </a:r>
            <a:endParaRPr lang="en-US" sz="4275" dirty="0"/>
          </a:p>
        </p:txBody>
      </p:sp>
      <p:sp>
        <p:nvSpPr>
          <p:cNvPr id="6" name="Shape 3"/>
          <p:cNvSpPr/>
          <p:nvPr/>
        </p:nvSpPr>
        <p:spPr>
          <a:xfrm>
            <a:off x="914400" y="2138809"/>
            <a:ext cx="914400" cy="76200"/>
          </a:xfrm>
          <a:prstGeom prst="roundRect">
            <a:avLst>
              <a:gd name="adj" fmla="val 50000"/>
            </a:avLst>
          </a:prstGeom>
          <a:solidFill>
            <a:srgbClr val="5B2B82"/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2738884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8" name="Text 5"/>
          <p:cNvSpPr/>
          <p:nvPr/>
        </p:nvSpPr>
        <p:spPr>
          <a:xfrm>
            <a:off x="1276350" y="2643634"/>
            <a:ext cx="8758535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Primer punto clave de la diapositiva, con </a:t>
            </a:r>
            <a:pPr algn="l" indent="0" marL="0">
              <a:lnSpc>
                <a:spcPct val="100119"/>
              </a:lnSpc>
              <a:buNone/>
            </a:pPr>
            <a:r>
              <a:rPr lang="en-US" sz="2175" b="1" dirty="0">
                <a:solidFill>
                  <a:srgbClr val="2C2C2B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énfasis </a:t>
            </a:r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donde corresponda.</a:t>
            </a:r>
            <a:endParaRPr lang="en-US" sz="2175" dirty="0"/>
          </a:p>
        </p:txBody>
      </p:sp>
      <p:sp>
        <p:nvSpPr>
          <p:cNvPr id="9" name="Shape 6"/>
          <p:cNvSpPr/>
          <p:nvPr/>
        </p:nvSpPr>
        <p:spPr>
          <a:xfrm>
            <a:off x="914400" y="3396555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0" name="Text 7"/>
          <p:cNvSpPr/>
          <p:nvPr/>
        </p:nvSpPr>
        <p:spPr>
          <a:xfrm>
            <a:off x="1276350" y="3301305"/>
            <a:ext cx="4755312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Segundo punto clave, breve y directo.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14400" y="4054227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2" name="Text 9"/>
          <p:cNvSpPr/>
          <p:nvPr/>
        </p:nvSpPr>
        <p:spPr>
          <a:xfrm>
            <a:off x="1276350" y="3958977"/>
            <a:ext cx="5983471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Tercer punto, con datos o contexto de respaldo.</a:t>
            </a:r>
            <a:endParaRPr lang="en-US" sz="2175" dirty="0"/>
          </a:p>
        </p:txBody>
      </p:sp>
      <p:sp>
        <p:nvSpPr>
          <p:cNvPr id="13" name="Shape 10"/>
          <p:cNvSpPr/>
          <p:nvPr/>
        </p:nvSpPr>
        <p:spPr>
          <a:xfrm>
            <a:off x="914400" y="4711898"/>
            <a:ext cx="161925" cy="161925"/>
          </a:xfrm>
          <a:prstGeom prst="roundRect">
            <a:avLst>
              <a:gd name="adj" fmla="val 23529"/>
            </a:avLst>
          </a:prstGeom>
          <a:solidFill>
            <a:srgbClr val="12A095"/>
          </a:solidFill>
          <a:ln/>
        </p:spPr>
      </p:sp>
      <p:sp>
        <p:nvSpPr>
          <p:cNvPr id="14" name="Text 11"/>
          <p:cNvSpPr/>
          <p:nvPr/>
        </p:nvSpPr>
        <p:spPr>
          <a:xfrm>
            <a:off x="1276350" y="4616648"/>
            <a:ext cx="5330919" cy="4385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119"/>
              </a:lnSpc>
              <a:buNone/>
            </a:pPr>
            <a:r>
              <a:rPr lang="en-US" sz="2175" dirty="0">
                <a:solidFill>
                  <a:srgbClr val="57575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Cuarto punto, cierre o llamada a la acción.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914400" y="9534525"/>
            <a:ext cx="16459200" cy="9525"/>
          </a:xfrm>
          <a:prstGeom prst="rect">
            <a:avLst/>
          </a:prstGeom>
          <a:solidFill>
            <a:srgbClr val="D7D7D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729788"/>
            <a:ext cx="240804" cy="228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8554" y="9725025"/>
            <a:ext cx="271773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Comisión para el Mercado Financiero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16367820" y="9715500"/>
            <a:ext cx="108198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69695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Marzo 2026 · 3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2026-07-31T14:28:43Z</dcterms:created>
  <dcterms:modified xsi:type="dcterms:W3CDTF">2026-07-31T14:28:43Z</dcterms:modified>
</cp:coreProperties>
</file>
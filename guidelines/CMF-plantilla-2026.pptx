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título — reemplazar por el título de la presentación, nombre, cargo y fecha.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en blanco — usar para contenido libre, imágenes a sangre o layouts personalizados.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Diapositiva de contenido con título y lista de viñetas.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M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M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M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M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Logo" Type="http://schemas.openxmlformats.org/officeDocument/2006/relationships/image" Target="../media/logo-cmf-blanco.png"/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type="title">
  <p:cSld name="CMF Portada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600700"/>
          </a:xfrm>
          <a:prstGeom prst="rect">
            <a:avLst/>
          </a:prstGeom>
          <a:solidFill>
            <a:srgbClr val="162D5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330" b="3330"/>
          <a:stretch/>
        </p:blipFill>
        <p:spPr>
          <a:xfrm>
            <a:off x="0" y="0"/>
            <a:ext cx="18288000" cy="5600700"/>
          </a:xfrm>
          <a:prstGeom prst="rect">
            <a:avLst/>
          </a:prstGeom>
        </p:spPr>
      </p:pic>
      <p:sp>
        <p:nvSpPr>
          <p:cNvPr id="4" name="Text 1"/>
          <p:cNvSpPr/>
          <p:nvPr>
            <p:ph type="ctrTitle"/>
          </p:nvPr>
        </p:nvSpPr>
        <p:spPr>
          <a:xfrm>
            <a:off x="1828800" y="5971032"/>
            <a:ext cx="14630400" cy="1280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ctr" indent="0" marL="0">
              <a:lnSpc>
                <a:spcPct val="98630"/>
              </a:lnSpc>
              <a:buNone/>
              <a:defRPr sz="4500" b="1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 indent="0" marL="0">
              <a:lnSpc>
                <a:spcPct val="98630"/>
              </a:lnSpc>
              <a:buNone/>
            </a:pPr>
            <a:r>
              <a:rPr lang="en-US" sz="4500" b="1" spc="-45" kern="0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Título de la presentación</a:t>
            </a:r>
            <a:endParaRPr lang="en-US" sz="4500" dirty="0"/>
          </a:p>
        </p:txBody>
      </p:sp>
      <p:sp>
        <p:nvSpPr>
          <p:cNvPr id="5" name="Text 2"/>
          <p:cNvSpPr/>
          <p:nvPr>
            <p:ph type="subTitle" idx="1"/>
          </p:nvPr>
        </p:nvSpPr>
        <p:spPr>
          <a:xfrm>
            <a:off x="1828800" y="7424928"/>
            <a:ext cx="14630400" cy="5120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ctr" indent="0" marL="0">
              <a:lnSpc>
                <a:spcPct val="123750"/>
              </a:lnSpc>
              <a:buNone/>
              <a:defRPr sz="2475" b="1">
                <a:solidFill>
                  <a:srgbClr val="2C2C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2C2C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Nombre Apellido</a:t>
            </a:r>
            <a:endParaRPr lang="en-US" sz="2475" dirty="0"/>
          </a:p>
        </p:txBody>
      </p:sp>
      <p:sp>
        <p:nvSpPr>
          <p:cNvPr id="6" name="Text 3"/>
          <p:cNvSpPr/>
          <p:nvPr>
            <p:ph type="body" idx="2"/>
          </p:nvPr>
        </p:nvSpPr>
        <p:spPr>
          <a:xfrm>
            <a:off x="1828800" y="7955280"/>
            <a:ext cx="14630400" cy="621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ctr" indent="0" marL="0">
              <a:lnSpc>
                <a:spcPct val="121800"/>
              </a:lnSpc>
              <a:buNone/>
              <a:defRPr sz="1575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 indent="0" marL="0">
              <a:lnSpc>
                <a:spcPct val="121800"/>
              </a:lnSpc>
              <a:buNone/>
            </a:pPr>
            <a:r>
              <a:rPr lang="en-US" sz="1575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Cargo / Dirección Comisión para el Mercado Financiero</a:t>
            </a:r>
            <a:endParaRPr lang="en-US" sz="1575" dirty="0"/>
          </a:p>
        </p:txBody>
      </p:sp>
      <p:sp>
        <p:nvSpPr>
          <p:cNvPr id="7" name="Text 4"/>
          <p:cNvSpPr/>
          <p:nvPr>
            <p:ph type="body" idx="3"/>
          </p:nvPr>
        </p:nvSpPr>
        <p:spPr>
          <a:xfrm>
            <a:off x="1828800" y="8933688"/>
            <a:ext cx="146304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ctr" indent="0" marL="0">
              <a:lnSpc>
                <a:spcPct val="123214"/>
              </a:lnSpc>
              <a:buNone/>
              <a:defRPr sz="1725" b="1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ctr" indent="0" marL="0">
              <a:lnSpc>
                <a:spcPct val="123214"/>
              </a:lnSpc>
              <a:buNone/>
            </a:pPr>
            <a:r>
              <a:rPr lang="en-US" sz="1725" b="1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Marzo 2026</a:t>
            </a:r>
            <a:endParaRPr lang="en-US" sz="1725" dirty="0"/>
          </a:p>
        </p:txBody>
      </p:sp>
      <p:sp>
        <p:nvSpPr>
          <p:cNvPr id="8" name="Shape 5"/>
          <p:cNvSpPr/>
          <p:nvPr/>
        </p:nvSpPr>
        <p:spPr>
          <a:xfrm>
            <a:off x="0" y="9629775"/>
            <a:ext cx="18288000" cy="657225"/>
          </a:xfrm>
          <a:prstGeom prst="rect">
            <a:avLst/>
          </a:prstGeom>
          <a:solidFill>
            <a:srgbClr val="112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1564" b="11564"/>
          <a:stretch/>
        </p:blipFill>
        <p:spPr>
          <a:xfrm>
            <a:off x="0" y="9629775"/>
            <a:ext cx="18288000" cy="657225"/>
          </a:xfrm>
          <a:prstGeom prst="rect">
            <a:avLst/>
          </a:prstGeom>
        </p:spPr>
      </p:pic>
      <p:sp>
        <p:nvSpPr>
          <p:cNvPr id="10" name="Text 6"/>
          <p:cNvSpPr/>
          <p:nvPr>
            <p:ph type="sldNum" idx="10"/>
          </p:nvPr>
        </p:nvSpPr>
        <p:spPr>
          <a:xfrm>
            <a:off x="16002000" y="9848088"/>
            <a:ext cx="1371600" cy="2651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r" indent="0" marL="0">
              <a:lnSpc>
                <a:spcPct val="109091"/>
              </a:lnSpc>
              <a:buNone/>
              <a:defRPr sz="1200">
                <a:solidFill>
                  <a:srgbClr val="FFFFFF">
                    <a:alpha val="8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r" indent="0" marL="0">
              <a:lnSpc>
                <a:spcPct val="109091"/>
              </a:lnSpc>
              <a:buNone/>
            </a:pPr>
            <a:fld id="{EA582884-136E-4DE1-9188-DA0349807FE5}" type="slidenum">
              <a:rPr lang="en-US" sz="1200" dirty="0">
                <a:solidFill>
                  <a:srgbClr val="FFFFFF">
                    <a:alpha val="8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fld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type="secHead">
  <p:cSld name="CMF Secció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B2B82"/>
          </a:solidFill>
          <a:ln/>
        </p:spPr>
      </p:sp>
      <p:sp>
        <p:nvSpPr>
          <p:cNvPr id="3" name="Text 1"/>
          <p:cNvSpPr/>
          <p:nvPr>
            <p:ph type="body" idx="1"/>
          </p:nvPr>
        </p:nvSpPr>
        <p:spPr>
          <a:xfrm>
            <a:off x="914400" y="640080"/>
            <a:ext cx="1645920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5000"/>
              </a:lnSpc>
              <a:buNone/>
              <a:defRPr sz="1575" b="1">
                <a:solidFill>
                  <a:srgbClr val="854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1575" b="1" spc="126" kern="0" dirty="0">
                <a:solidFill>
                  <a:srgbClr val="854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ANTETÍTULO DE SECCIÓN</a:t>
            </a:r>
            <a:endParaRPr lang="en-US" sz="15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2656" y="542925"/>
            <a:ext cx="1600944" cy="485775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914400" y="1197864"/>
            <a:ext cx="16459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95000"/>
              </a:lnSpc>
              <a:buNone/>
              <a:defRPr sz="4275" b="1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275" b="1" spc="-43" kern="0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Título de la diapositiva</a:t>
            </a:r>
            <a:endParaRPr lang="en-US" sz="4275" dirty="0"/>
          </a:p>
        </p:txBody>
      </p:sp>
      <p:sp>
        <p:nvSpPr>
          <p:cNvPr id="6" name="Shape 3"/>
          <p:cNvSpPr/>
          <p:nvPr/>
        </p:nvSpPr>
        <p:spPr>
          <a:xfrm>
            <a:off x="914400" y="2138809"/>
            <a:ext cx="914400" cy="76200"/>
          </a:xfrm>
          <a:prstGeom prst="roundRect">
            <a:avLst>
              <a:gd name="adj" fmla="val 50000"/>
            </a:avLst>
          </a:prstGeom>
          <a:solidFill>
            <a:srgbClr val="5B2B82"/>
          </a:solidFill>
          <a:ln/>
        </p:spPr>
      </p:sp>
      <p:sp>
        <p:nvSpPr>
          <p:cNvPr id="15" name="Shape 12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D7D7D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729788"/>
            <a:ext cx="240804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9304" y="9729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Comisión para el Mercado Financiero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887200" y="9710928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Marzo 2026 · </a:t>
            </a:r>
            <a:fld id="{218D0039-912B-421F-87CD-0FAC6475F823}" type="slidenum"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fld>
            <a:endParaRPr lang="en-US" sz="13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type="obj">
  <p:cSld name="CMF 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B2B82"/>
          </a:solidFill>
          <a:ln/>
        </p:spPr>
      </p:sp>
      <p:sp>
        <p:nvSpPr>
          <p:cNvPr id="3" name="Text 1"/>
          <p:cNvSpPr/>
          <p:nvPr>
            <p:ph type="body" idx="1"/>
          </p:nvPr>
        </p:nvSpPr>
        <p:spPr>
          <a:xfrm>
            <a:off x="914400" y="640080"/>
            <a:ext cx="16459200" cy="3383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5000"/>
              </a:lnSpc>
              <a:buNone/>
              <a:defRPr sz="1575" b="1">
                <a:solidFill>
                  <a:srgbClr val="854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5000"/>
              </a:lnSpc>
              <a:buNone/>
            </a:pPr>
            <a:r>
              <a:rPr lang="en-US" sz="1575" b="1" spc="126" kern="0" dirty="0">
                <a:solidFill>
                  <a:srgbClr val="854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ANTETÍTULO DE SECCIÓN</a:t>
            </a:r>
            <a:endParaRPr lang="en-US" sz="15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2656" y="542925"/>
            <a:ext cx="1600944" cy="485775"/>
          </a:xfrm>
          <a:prstGeom prst="rect">
            <a:avLst/>
          </a:prstGeom>
        </p:spPr>
      </p:pic>
      <p:sp>
        <p:nvSpPr>
          <p:cNvPr id="5" name="Text 2"/>
          <p:cNvSpPr/>
          <p:nvPr>
            <p:ph type="title"/>
          </p:nvPr>
        </p:nvSpPr>
        <p:spPr>
          <a:xfrm>
            <a:off x="914400" y="1197864"/>
            <a:ext cx="16459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95000"/>
              </a:lnSpc>
              <a:buNone/>
              <a:defRPr sz="4275" b="1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r>
              <a:rPr lang="en-US" sz="4275" b="1" spc="-43" kern="0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Título de la diapositiva</a:t>
            </a:r>
            <a:endParaRPr lang="en-US" sz="4275" dirty="0"/>
          </a:p>
        </p:txBody>
      </p:sp>
      <p:sp>
        <p:nvSpPr>
          <p:cNvPr id="6" name="Shape 3"/>
          <p:cNvSpPr/>
          <p:nvPr/>
        </p:nvSpPr>
        <p:spPr>
          <a:xfrm>
            <a:off x="914400" y="2138809"/>
            <a:ext cx="914400" cy="76200"/>
          </a:xfrm>
          <a:prstGeom prst="roundRect">
            <a:avLst>
              <a:gd name="adj" fmla="val 50000"/>
            </a:avLst>
          </a:prstGeom>
          <a:solidFill>
            <a:srgbClr val="5B2B82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738884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8" name="Text 5"/>
          <p:cNvSpPr/>
          <p:nvPr>
            <p:ph type="body" idx="2"/>
          </p:nvPr>
        </p:nvSpPr>
        <p:spPr>
          <a:xfrm>
            <a:off x="1280160" y="2642616"/>
            <a:ext cx="16093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0119"/>
              </a:lnSpc>
              <a:buNone/>
              <a:defRPr sz="2175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Primer punto clave de la diapositiva, con </a:t>
            </a:r>
            <a:pPr algn="l" indent="0" marL="0">
              <a:lnSpc>
                <a:spcPct val="100119"/>
              </a:lnSpc>
              <a:buNone/>
            </a:pPr>
            <a:r>
              <a:rPr lang="en-US" sz="2175" b="1" dirty="0">
                <a:solidFill>
                  <a:srgbClr val="2C2C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énfasis </a:t>
            </a:r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donde corresponda.</a:t>
            </a:r>
            <a:endParaRPr lang="en-US" sz="2175" dirty="0"/>
          </a:p>
        </p:txBody>
      </p:sp>
      <p:sp>
        <p:nvSpPr>
          <p:cNvPr id="9" name="Shape 6"/>
          <p:cNvSpPr/>
          <p:nvPr/>
        </p:nvSpPr>
        <p:spPr>
          <a:xfrm>
            <a:off x="914400" y="3396555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0" name="Text 7"/>
          <p:cNvSpPr/>
          <p:nvPr>
            <p:ph type="body" idx="3"/>
          </p:nvPr>
        </p:nvSpPr>
        <p:spPr>
          <a:xfrm>
            <a:off x="1280160" y="3300984"/>
            <a:ext cx="16093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0119"/>
              </a:lnSpc>
              <a:buNone/>
              <a:defRPr sz="2175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Segundo punto clave, breve y directo.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4054227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2" name="Text 9"/>
          <p:cNvSpPr/>
          <p:nvPr>
            <p:ph type="body" idx="4"/>
          </p:nvPr>
        </p:nvSpPr>
        <p:spPr>
          <a:xfrm>
            <a:off x="1280160" y="3959352"/>
            <a:ext cx="16093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0119"/>
              </a:lnSpc>
              <a:buNone/>
              <a:defRPr sz="2175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Tercer punto, con datos o contexto de respaldo.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914400" y="4711898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4" name="Text 11"/>
          <p:cNvSpPr/>
          <p:nvPr>
            <p:ph type="body" idx="5"/>
          </p:nvPr>
        </p:nvSpPr>
        <p:spPr>
          <a:xfrm>
            <a:off x="1280160" y="4617720"/>
            <a:ext cx="1609344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>
            <a:lvl1pPr algn="l" indent="0" marL="0">
              <a:lnSpc>
                <a:spcPct val="100119"/>
              </a:lnSpc>
              <a:buNone/>
              <a:defRPr sz="2175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defRPr>
            </a:lvl1pPr>
          </a:lstStyle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Cuarto punto, cierre o llamada a la acción.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D7D7D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729788"/>
            <a:ext cx="240804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9304" y="9729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Comisión para el Mercado Financiero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1887200" y="9710928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Marzo 2026 · </a:t>
            </a:r>
            <a:fld id="{BBFADF48-F6C2-42CE-A217-E5975670DAB2}" type="slidenum"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3</a:t>
            </a:fld>
            <a:endParaRPr lang="en-US" sz="13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a="http://schemas.openxmlformats.org/drawingml/2006/main" xmlns:r="http://schemas.openxmlformats.org/officeDocument/2006/relationships" preserve="1" type="blank">
  <p:cSld name="CMF En blanc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B2B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2656" y="542925"/>
            <a:ext cx="1600944" cy="4857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D7D7D6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729788"/>
            <a:ext cx="240804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9304" y="972921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Comisión para el Mercado Financiero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1887200" y="9710928"/>
            <a:ext cx="54864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Marzo 2026 · </a:t>
            </a:r>
            <a:fld id="{5013A543-B1DB-41B9-8256-8791F49E8128}" type="slidenum"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2</a:t>
            </a:fld>
            <a:endParaRPr lang="en-US" sz="135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CMF Separador">
    <p:spTree>
      <p:nvGrpSpPr>
        <p:cNvPr id="1" name=""/>
        <p:cNvGrpSpPr/>
        <p:nvPr/>
      </p:nvGrpSpPr>
      <p:grpSpPr/>
      <p:sp>
        <p:nvSpPr>
          <p:cNvPr id="2" name="Fondo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62C55"/>
          </a:solidFill>
          <a:ln>
            <a:noFill/>
          </a:ln>
        </p:spPr>
      </p:sp>
      <p:sp>
        <p:nvSpPr>
          <p:cNvPr id="3" name="Numero"/>
          <p:cNvSpPr/>
          <p:nvPr>
            <p:ph type="body" idx="4"/>
          </p:nvPr>
        </p:nvSpPr>
        <p:spPr>
          <a:xfrm>
            <a:off x="12252960" y="960120"/>
            <a:ext cx="4754880" cy="475488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algn="r" marL="0" indent="0">
              <a:buNone/>
              <a:defRPr sz="21000" b="1">
                <a:solidFill>
                  <a:srgbClr val="3F3A7E"/>
                </a:solidFill>
                <a:latin typeface="Verdana"/>
              </a:defRPr>
            </a:lvl1pPr>
          </a:lstStyle>
          <a:p>
            <a:pPr algn="r">
              <a:buNone/>
            </a:pPr>
            <a:endParaRPr/>
          </a:p>
        </p:txBody>
      </p:sp>
      <p:sp>
        <p:nvSpPr>
          <p:cNvPr id="4" name="Antetitulo"/>
          <p:cNvSpPr/>
          <p:nvPr>
            <p:ph type="body" idx="1"/>
          </p:nvPr>
        </p:nvSpPr>
        <p:spPr>
          <a:xfrm>
            <a:off x="1280160" y="3794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algn="l" marL="0" indent="0">
              <a:buNone/>
              <a:defRPr sz="1575" b="1" cap="all">
                <a:solidFill>
                  <a:srgbClr val="97D6D2"/>
                </a:solidFill>
                <a:latin typeface="Source Sans 3"/>
              </a:defRPr>
            </a:lvl1pPr>
          </a:lstStyle>
          <a:p>
            <a:pPr algn="l">
              <a:buNone/>
            </a:pPr>
            <a:endParaRPr/>
          </a:p>
        </p:txBody>
      </p:sp>
      <p:sp>
        <p:nvSpPr>
          <p:cNvPr id="5" name="Regla"/>
          <p:cNvSpPr/>
          <p:nvPr/>
        </p:nvSpPr>
        <p:spPr>
          <a:xfrm>
            <a:off x="1280160" y="4453128"/>
            <a:ext cx="1463040" cy="91440"/>
          </a:xfrm>
          <a:prstGeom prst="rect">
            <a:avLst/>
          </a:prstGeom>
          <a:solidFill>
            <a:srgbClr val="8547AD"/>
          </a:solidFill>
          <a:ln>
            <a:noFill/>
          </a:ln>
        </p:spPr>
      </p:sp>
      <p:sp>
        <p:nvSpPr>
          <p:cNvPr id="6" name="Titulo"/>
          <p:cNvSpPr/>
          <p:nvPr>
            <p:ph type="title"/>
          </p:nvPr>
        </p:nvSpPr>
        <p:spPr>
          <a:xfrm>
            <a:off x="1280160" y="4846320"/>
            <a:ext cx="1005840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algn="l" marL="0" indent="0">
              <a:buNone/>
              <a:defRPr sz="5200" b="1">
                <a:solidFill>
                  <a:srgbClr val="FFFFFF"/>
                </a:solidFill>
                <a:latin typeface="Verdana"/>
              </a:defRPr>
            </a:lvl1pPr>
          </a:lstStyle>
          <a:p>
            <a:pPr algn="l">
              <a:buNone/>
            </a:pPr>
            <a:endParaRPr/>
          </a:p>
        </p:txBody>
      </p:sp>
      <p:sp>
        <p:nvSpPr>
          <p:cNvPr id="7" name="Bajada"/>
          <p:cNvSpPr/>
          <p:nvPr>
            <p:ph type="body" idx="2"/>
          </p:nvPr>
        </p:nvSpPr>
        <p:spPr>
          <a:xfrm>
            <a:off x="1280160" y="6812280"/>
            <a:ext cx="969264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>
            <a:lvl1pPr algn="l" marL="0" indent="0">
              <a:buNone/>
              <a:defRPr sz="1800">
                <a:solidFill>
                  <a:srgbClr val="97D6D2"/>
                </a:solidFill>
                <a:latin typeface="Source Sans 3"/>
              </a:defRPr>
            </a:lvl1pPr>
          </a:lstStyle>
          <a:p>
            <a:pPr algn="l">
              <a:buNone/>
            </a:pPr>
            <a:endParaRPr/>
          </a:p>
        </p:txBody>
      </p:sp>
      <p:pic>
        <p:nvPicPr>
          <p:cNvPr id="8" name="Logo"/>
          <p:cNvPicPr/>
          <p:nvPr/>
        </p:nvPicPr>
        <p:blipFill>
          <a:blip r:embed="rIdLogo"/>
          <a:stretch>
            <a:fillRect/>
          </a:stretch>
        </p:blipFill>
        <p:spPr>
          <a:xfrm>
            <a:off x="1280160" y="8549640"/>
            <a:ext cx="2412336" cy="566928"/>
          </a:xfrm>
          <a:prstGeom prst="rect">
            <a:avLst/>
          </a:prstGeom>
        </p:spPr>
      </p:pic>
      <p:sp>
        <p:nvSpPr>
          <p:cNvPr id="9" name="Folio"/>
          <p:cNvSpPr txBox="1"/>
          <p:nvPr/>
        </p:nvSpPr>
        <p:spPr>
          <a:xfrm>
            <a:off x="11887200" y="8796528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/>
          <a:lstStyle/>
          <a:p>
            <a:pPr algn="r"/>
            <a:fld id="{48E3CD97-923D-4D67-A203-2AB031981B28}" type="slidenum">
              <a:rPr lang="es-CL" sz="1200">
                <a:solidFill>
                  <a:srgbClr val="D7D7D6"/>
                </a:solidFill>
                <a:latin typeface="Source Sans 3"/>
              </a:rPr>
              <a:t>2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L2" Type="http://schemas.openxmlformats.org/officeDocument/2006/relationships/slideLayout" Target="../slideLayouts/slideLayout2.xml"/><Relationship Id="rIdL3" Type="http://schemas.openxmlformats.org/officeDocument/2006/relationships/slideLayout" Target="../slideLayouts/slideLayout3.xml"/><Relationship Id="rIdL4" Type="http://schemas.openxmlformats.org/officeDocument/2006/relationships/slideLayout" Target="../slideLayouts/slideLayout4.xml"/><Relationship Id="rIdL5" Type="http://schemas.openxmlformats.org/officeDocument/2006/relationships/slideLayout" Target="../slideLayouts/slideLayout5.xml"/><Relationship Id="rIdL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2" r:id="rIdL2"/>
    <p:sldLayoutId id="2147483653" r:id="rIdL3"/>
    <p:sldLayoutId id="2147483654" r:id="rIdL4"/>
    <p:sldLayoutId id="2147483655" r:id="rIdL5"/>
    <p:sldLayoutId id="2147483656" r:id="rIdL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5600700"/>
          </a:xfrm>
          <a:prstGeom prst="rect">
            <a:avLst/>
          </a:prstGeom>
          <a:solidFill>
            <a:srgbClr val="162D5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330" b="3330"/>
          <a:stretch/>
        </p:blipFill>
        <p:spPr>
          <a:xfrm>
            <a:off x="0" y="0"/>
            <a:ext cx="18288000" cy="5600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853136" y="5968008"/>
            <a:ext cx="8581727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8630"/>
              </a:lnSpc>
              <a:buNone/>
            </a:pPr>
            <a:r>
              <a:rPr lang="en-US" sz="4500" b="1" spc="-45" kern="0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Título de la presentación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113664" y="7425333"/>
            <a:ext cx="4060522" cy="5095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750"/>
              </a:lnSpc>
              <a:buNone/>
            </a:pPr>
            <a:r>
              <a:rPr lang="en-US" sz="2475" b="1" dirty="0">
                <a:solidFill>
                  <a:srgbClr val="2C2C2B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Nombre Apellido</a:t>
            </a:r>
            <a:endParaRPr lang="en-US" sz="2475" dirty="0"/>
          </a:p>
        </p:txBody>
      </p:sp>
      <p:sp>
        <p:nvSpPr>
          <p:cNvPr id="6" name="Text 3"/>
          <p:cNvSpPr/>
          <p:nvPr/>
        </p:nvSpPr>
        <p:spPr>
          <a:xfrm>
            <a:off x="7242863" y="7953970"/>
            <a:ext cx="3802126" cy="6179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1800"/>
              </a:lnSpc>
              <a:buNone/>
            </a:pPr>
            <a:r>
              <a:rPr lang="en-US" sz="1575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Cargo / Dirección Comisión para el Mercado Financiero</a:t>
            </a:r>
            <a:endParaRPr lang="en-US" sz="1575" dirty="0"/>
          </a:p>
        </p:txBody>
      </p:sp>
      <p:sp>
        <p:nvSpPr>
          <p:cNvPr id="7" name="Text 4"/>
          <p:cNvSpPr/>
          <p:nvPr/>
        </p:nvSpPr>
        <p:spPr>
          <a:xfrm>
            <a:off x="7113664" y="8933855"/>
            <a:ext cx="406052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3214"/>
              </a:lnSpc>
              <a:buNone/>
            </a:pPr>
            <a:r>
              <a:rPr lang="en-US" sz="1725" b="1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Marzo 2026</a:t>
            </a:r>
            <a:endParaRPr lang="en-US" sz="1725" dirty="0"/>
          </a:p>
        </p:txBody>
      </p:sp>
      <p:sp>
        <p:nvSpPr>
          <p:cNvPr id="8" name="Shape 5"/>
          <p:cNvSpPr/>
          <p:nvPr/>
        </p:nvSpPr>
        <p:spPr>
          <a:xfrm>
            <a:off x="0" y="9629775"/>
            <a:ext cx="18288000" cy="657225"/>
          </a:xfrm>
          <a:prstGeom prst="rect">
            <a:avLst/>
          </a:prstGeom>
          <a:solidFill>
            <a:srgbClr val="112351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1564" b="11564"/>
          <a:stretch/>
        </p:blipFill>
        <p:spPr>
          <a:xfrm>
            <a:off x="0" y="9629775"/>
            <a:ext cx="18288000" cy="65722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7297846" y="9844088"/>
            <a:ext cx="151954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9091"/>
              </a:lnSpc>
              <a:buNone/>
            </a:pPr>
            <a:r>
              <a:rPr lang="en-US" sz="1200" dirty="0">
                <a:solidFill>
                  <a:srgbClr val="FFFFFF">
                    <a:alpha val="85000"/>
                  </a:srgbClr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B2B82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2656" y="542925"/>
            <a:ext cx="1600944" cy="48577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D7D7D6"/>
          </a:solidFill>
          <a:ln/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729788"/>
            <a:ext cx="240804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88554" y="9725025"/>
            <a:ext cx="271773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Comisión para el Mercado Financiero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16367820" y="9715500"/>
            <a:ext cx="10819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Marzo 2026 · 2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14300"/>
          </a:xfrm>
          <a:prstGeom prst="rect">
            <a:avLst/>
          </a:prstGeom>
          <a:solidFill>
            <a:srgbClr val="5B2B82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635794"/>
            <a:ext cx="2800603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575" b="1" spc="126" kern="0" dirty="0">
                <a:solidFill>
                  <a:srgbClr val="8547AD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ANTETÍTULO DE SECCIÓN</a:t>
            </a:r>
            <a:endParaRPr lang="en-US" sz="1575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2656" y="542925"/>
            <a:ext cx="1600944" cy="4857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1200150"/>
            <a:ext cx="18105120" cy="66243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75" b="1" spc="-43" kern="0" dirty="0">
                <a:solidFill>
                  <a:srgbClr val="575756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Título de la diapositiva</a:t>
            </a:r>
            <a:endParaRPr lang="en-US" sz="4275" dirty="0"/>
          </a:p>
        </p:txBody>
      </p:sp>
      <p:sp>
        <p:nvSpPr>
          <p:cNvPr id="6" name="Shape 3"/>
          <p:cNvSpPr/>
          <p:nvPr/>
        </p:nvSpPr>
        <p:spPr>
          <a:xfrm>
            <a:off x="914400" y="2138809"/>
            <a:ext cx="914400" cy="76200"/>
          </a:xfrm>
          <a:prstGeom prst="roundRect">
            <a:avLst>
              <a:gd name="adj" fmla="val 50000"/>
            </a:avLst>
          </a:prstGeom>
          <a:solidFill>
            <a:srgbClr val="5B2B82"/>
          </a:solidFill>
          <a:ln/>
        </p:spPr>
      </p:sp>
      <p:sp>
        <p:nvSpPr>
          <p:cNvPr id="7" name="Shape 4"/>
          <p:cNvSpPr/>
          <p:nvPr/>
        </p:nvSpPr>
        <p:spPr>
          <a:xfrm>
            <a:off x="914400" y="2738884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8" name="Text 5"/>
          <p:cNvSpPr/>
          <p:nvPr/>
        </p:nvSpPr>
        <p:spPr>
          <a:xfrm>
            <a:off x="1276350" y="2643634"/>
            <a:ext cx="8758535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Primer punto clave de la diapositiva, con </a:t>
            </a:r>
            <a:pPr algn="l" indent="0" marL="0">
              <a:lnSpc>
                <a:spcPct val="100119"/>
              </a:lnSpc>
              <a:buNone/>
            </a:pPr>
            <a:r>
              <a:rPr lang="en-US" sz="2175" b="1" dirty="0">
                <a:solidFill>
                  <a:srgbClr val="2C2C2B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énfasis </a:t>
            </a:r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donde corresponda.</a:t>
            </a:r>
            <a:endParaRPr lang="en-US" sz="2175" dirty="0"/>
          </a:p>
        </p:txBody>
      </p:sp>
      <p:sp>
        <p:nvSpPr>
          <p:cNvPr id="9" name="Shape 6"/>
          <p:cNvSpPr/>
          <p:nvPr/>
        </p:nvSpPr>
        <p:spPr>
          <a:xfrm>
            <a:off x="914400" y="3396555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0" name="Text 7"/>
          <p:cNvSpPr/>
          <p:nvPr/>
        </p:nvSpPr>
        <p:spPr>
          <a:xfrm>
            <a:off x="1276350" y="3301305"/>
            <a:ext cx="4755312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Segundo punto clave, breve y directo.</a:t>
            </a:r>
            <a:endParaRPr lang="en-US" sz="2175" dirty="0"/>
          </a:p>
        </p:txBody>
      </p:sp>
      <p:sp>
        <p:nvSpPr>
          <p:cNvPr id="11" name="Shape 8"/>
          <p:cNvSpPr/>
          <p:nvPr/>
        </p:nvSpPr>
        <p:spPr>
          <a:xfrm>
            <a:off x="914400" y="4054227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2" name="Text 9"/>
          <p:cNvSpPr/>
          <p:nvPr/>
        </p:nvSpPr>
        <p:spPr>
          <a:xfrm>
            <a:off x="1276350" y="3958977"/>
            <a:ext cx="5983471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Tercer punto, con datos o contexto de respaldo.</a:t>
            </a:r>
            <a:endParaRPr lang="en-US" sz="2175" dirty="0"/>
          </a:p>
        </p:txBody>
      </p:sp>
      <p:sp>
        <p:nvSpPr>
          <p:cNvPr id="13" name="Shape 10"/>
          <p:cNvSpPr/>
          <p:nvPr/>
        </p:nvSpPr>
        <p:spPr>
          <a:xfrm>
            <a:off x="914400" y="4711898"/>
            <a:ext cx="161925" cy="161925"/>
          </a:xfrm>
          <a:prstGeom prst="roundRect">
            <a:avLst>
              <a:gd name="adj" fmla="val 23529"/>
            </a:avLst>
          </a:prstGeom>
          <a:solidFill>
            <a:srgbClr val="12A095"/>
          </a:solidFill>
          <a:ln/>
        </p:spPr>
      </p:sp>
      <p:sp>
        <p:nvSpPr>
          <p:cNvPr id="14" name="Text 11"/>
          <p:cNvSpPr/>
          <p:nvPr/>
        </p:nvSpPr>
        <p:spPr>
          <a:xfrm>
            <a:off x="1276350" y="4616648"/>
            <a:ext cx="5330919" cy="4385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119"/>
              </a:lnSpc>
              <a:buNone/>
            </a:pPr>
            <a:r>
              <a:rPr lang="en-US" sz="2175" dirty="0">
                <a:solidFill>
                  <a:srgbClr val="575756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Cuarto punto, cierre o llamada a la acción.</a:t>
            </a:r>
            <a:endParaRPr lang="en-US" sz="2175" dirty="0"/>
          </a:p>
        </p:txBody>
      </p:sp>
      <p:sp>
        <p:nvSpPr>
          <p:cNvPr id="15" name="Shape 12"/>
          <p:cNvSpPr/>
          <p:nvPr/>
        </p:nvSpPr>
        <p:spPr>
          <a:xfrm>
            <a:off x="914400" y="9534525"/>
            <a:ext cx="16459200" cy="9525"/>
          </a:xfrm>
          <a:prstGeom prst="rect">
            <a:avLst/>
          </a:prstGeom>
          <a:solidFill>
            <a:srgbClr val="D7D7D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729788"/>
            <a:ext cx="240804" cy="2286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288554" y="9725025"/>
            <a:ext cx="2717731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Comisión para el Mercado Financiero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16367820" y="9715500"/>
            <a:ext cx="108198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969695"/>
                </a:solidFill>
                <a:latin typeface="Source Sans 3" pitchFamily="34" charset="0"/>
                <a:ea typeface="Source Sans 3" pitchFamily="34" charset="-122"/>
                <a:cs typeface="Source Sans 3" pitchFamily="34" charset="-120"/>
              </a:rPr>
              <a:t>Marzo 2026 · 3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 Nota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2026-07-31T14:28:43Z</dcterms:created>
  <dcterms:modified xsi:type="dcterms:W3CDTF">2026-07-31T14:28:43Z</dcterms:modified>
</cp:coreProperties>
</file>
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título — reemplazar por el título de la presentación, nombre, cargo y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en blanco — usar para contenido libre, imágenes a sangre o layouts personalizados.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contenido con título y lista de viñetas.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M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M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M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M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title">
  <p:cSld name="CMF 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600700"/>
          </a:xfrm>
          <a:prstGeom prst="rect">
            <a:avLst/>
          </a:prstGeom>
          <a:solidFill>
            <a:srgbClr val="162D5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3330" b="3330"/>
          <a:stretch/>
        </p:blipFill>
        <p:spPr>
          <a:xfrm>
            <a:off x="0" y="0"/>
            <a:ext cx="18288000" cy="5600700"/>
          </a:xfrm>
          <a:prstGeom prst="rect">
            <a:avLst/>
          </a:prstGeom>
        </p:spPr>
      </p:pic>
      <p:sp>
        <p:nvSpPr>
          <p:cNvPr id="4" name="Text 1"/>
          <p:cNvSpPr/>
          <p:nvPr>
            <p:ph type="ctrTitle"/>
          </p:nvPr>
        </p:nvSpPr>
        <p:spPr>
          <a:xfrm>
            <a:off x="1828800" y="5971032"/>
            <a:ext cx="14630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98630"/>
              </a:lnSpc>
              <a:buNone/>
              <a:defRPr sz="4500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98630"/>
              </a:lnSpc>
              <a:buNone/>
            </a:pPr>
            <a:r>
              <a:rPr lang="en-US" sz="4500" b="1" spc="-45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presentación</a:t>
            </a:r>
            <a:endParaRPr lang="en-US" sz="4500" dirty="0"/>
          </a:p>
        </p:txBody>
      </p:sp>
      <p:sp>
        <p:nvSpPr>
          <p:cNvPr id="5" name="Text 2"/>
          <p:cNvSpPr/>
          <p:nvPr>
            <p:ph type="subTitle" idx="1"/>
          </p:nvPr>
        </p:nvSpPr>
        <p:spPr>
          <a:xfrm>
            <a:off x="1828800" y="7424928"/>
            <a:ext cx="1463040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123750"/>
              </a:lnSpc>
              <a:buNone/>
              <a:defRPr sz="2475" b="1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123750"/>
              </a:lnSpc>
              <a:buNone/>
            </a:pPr>
            <a:r>
              <a:rPr lang="en-US" sz="2475" b="1" dirty="0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Nombre Apellido</a:t>
            </a:r>
            <a:endParaRPr lang="en-US" sz="2475" dirty="0"/>
          </a:p>
        </p:txBody>
      </p:sp>
      <p:sp>
        <p:nvSpPr>
          <p:cNvPr id="6" name="Text 3"/>
          <p:cNvSpPr/>
          <p:nvPr>
            <p:ph type="body" idx="2"/>
          </p:nvPr>
        </p:nvSpPr>
        <p:spPr>
          <a:xfrm>
            <a:off x="1828800" y="7955280"/>
            <a:ext cx="1463040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121800"/>
              </a:lnSpc>
              <a:buNone/>
              <a:defRPr sz="1575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121800"/>
              </a:lnSpc>
              <a:buNone/>
            </a:pPr>
            <a:r>
              <a:rPr lang="en-US" sz="1575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Cargo / Dirección Comisión para el Mercado Financiero</a:t>
            </a:r>
            <a:endParaRPr lang="en-US" sz="1575" dirty="0"/>
          </a:p>
        </p:txBody>
      </p:sp>
      <p:sp>
        <p:nvSpPr>
          <p:cNvPr id="7" name="Text 4"/>
          <p:cNvSpPr/>
          <p:nvPr>
            <p:ph type="body" idx="3"/>
          </p:nvPr>
        </p:nvSpPr>
        <p:spPr>
          <a:xfrm>
            <a:off x="1828800" y="8933688"/>
            <a:ext cx="14630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ctr" indent="0" marL="0">
              <a:lnSpc>
                <a:spcPct val="123214"/>
              </a:lnSpc>
              <a:buNone/>
              <a:defRPr sz="1725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ctr" indent="0" marL="0">
              <a:lnSpc>
                <a:spcPct val="123214"/>
              </a:lnSpc>
              <a:buNone/>
            </a:pPr>
            <a:r>
              <a:rPr lang="en-US" sz="1725" b="1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Marzo 2026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0" y="9629775"/>
            <a:ext cx="18288000" cy="657225"/>
          </a:xfrm>
          <a:prstGeom prst="rect">
            <a:avLst/>
          </a:prstGeom>
          <a:solidFill>
            <a:srgbClr val="11235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11564" b="11564"/>
          <a:stretch/>
        </p:blipFill>
        <p:spPr>
          <a:xfrm>
            <a:off x="0" y="9629775"/>
            <a:ext cx="18288000" cy="657225"/>
          </a:xfrm>
          <a:prstGeom prst="rect">
            <a:avLst/>
          </a:prstGeom>
        </p:spPr>
      </p:pic>
      <p:sp>
        <p:nvSpPr>
          <p:cNvPr id="10" name="Text 6"/>
          <p:cNvSpPr/>
          <p:nvPr>
            <p:ph type="sldNum" idx="10"/>
          </p:nvPr>
        </p:nvSpPr>
        <p:spPr>
          <a:xfrm>
            <a:off x="16002000" y="9848088"/>
            <a:ext cx="1371600" cy="2651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r" indent="0" marL="0">
              <a:lnSpc>
                <a:spcPct val="109091"/>
              </a:lnSpc>
              <a:buNone/>
              <a:defRPr sz="120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r" indent="0" marL="0">
              <a:lnSpc>
                <a:spcPct val="109091"/>
              </a:lnSpc>
              <a:buNone/>
            </a:pPr>
            <a:fld id="{B5E4E44B-B729-4933-9576-2397FE414F70}" type="slidenum">
              <a:rPr lang="en-US" sz="1200" dirty="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fld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secHead">
  <p:cSld name="CMF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>
            <p:ph type="body" idx="1"/>
          </p:nvPr>
        </p:nvSpPr>
        <p:spPr>
          <a:xfrm>
            <a:off x="914400" y="640080"/>
            <a:ext cx="1645920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5000"/>
              </a:lnSpc>
              <a:buNone/>
              <a:defRPr sz="1575" b="1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>
            <p:ph type="title"/>
          </p:nvPr>
        </p:nvSpPr>
        <p:spPr>
          <a:xfrm>
            <a:off x="914400" y="1197864"/>
            <a:ext cx="164592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95000"/>
              </a:lnSpc>
              <a:buNone/>
              <a:defRPr sz="4275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9304" y="97292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1887200" y="9710928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</a:t>
            </a:r>
            <a:fld id="{296237B6-5E3F-4A53-8617-0B6476DA17E1}" type="slidenum"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fld>
            <a:endParaRPr lang="en-US" sz="13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obj">
  <p:cSld name="CMF 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>
            <p:ph type="body" idx="1"/>
          </p:nvPr>
        </p:nvSpPr>
        <p:spPr>
          <a:xfrm>
            <a:off x="914400" y="640080"/>
            <a:ext cx="1645920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5000"/>
              </a:lnSpc>
              <a:buNone/>
              <a:defRPr sz="1575" b="1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>
            <p:ph type="title"/>
          </p:nvPr>
        </p:nvSpPr>
        <p:spPr>
          <a:xfrm>
            <a:off x="914400" y="1197864"/>
            <a:ext cx="164592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95000"/>
              </a:lnSpc>
              <a:buNone/>
              <a:defRPr sz="4275" b="1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738884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8" name="Text 5"/>
          <p:cNvSpPr/>
          <p:nvPr>
            <p:ph type="body" idx="2"/>
          </p:nvPr>
        </p:nvSpPr>
        <p:spPr>
          <a:xfrm>
            <a:off x="1280160" y="2642616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Primer punto clave de la diapositiva, con </a:t>
            </a:r>
            <a:pPr algn="l" indent="0" marL="0">
              <a:lnSpc>
                <a:spcPct val="100119"/>
              </a:lnSpc>
              <a:buNone/>
            </a:pPr>
            <a:r>
              <a:rPr lang="en-US" sz="2175" b="1" dirty="0">
                <a:solidFill>
                  <a:srgbClr val="2C2C2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énfasis </a:t>
            </a:r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donde corresponda.</a:t>
            </a:r>
            <a:endParaRPr lang="en-US" sz="2175" dirty="0"/>
          </a:p>
        </p:txBody>
      </p:sp>
      <p:sp>
        <p:nvSpPr>
          <p:cNvPr id="9" name="Shape 6"/>
          <p:cNvSpPr/>
          <p:nvPr/>
        </p:nvSpPr>
        <p:spPr>
          <a:xfrm>
            <a:off x="914400" y="3396555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0" name="Text 7"/>
          <p:cNvSpPr/>
          <p:nvPr>
            <p:ph type="body" idx="3"/>
          </p:nvPr>
        </p:nvSpPr>
        <p:spPr>
          <a:xfrm>
            <a:off x="1280160" y="3300984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Segundo punto clave, breve y directo.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914400" y="4054227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2" name="Text 9"/>
          <p:cNvSpPr/>
          <p:nvPr>
            <p:ph type="body" idx="4"/>
          </p:nvPr>
        </p:nvSpPr>
        <p:spPr>
          <a:xfrm>
            <a:off x="1280160" y="3959352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Tercer punto, con datos o contexto de respaldo.</a:t>
            </a:r>
            <a:endParaRPr lang="en-US" sz="2175" dirty="0"/>
          </a:p>
        </p:txBody>
      </p:sp>
      <p:sp>
        <p:nvSpPr>
          <p:cNvPr id="13" name="Shape 10"/>
          <p:cNvSpPr/>
          <p:nvPr/>
        </p:nvSpPr>
        <p:spPr>
          <a:xfrm>
            <a:off x="914400" y="4711898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4" name="Text 11"/>
          <p:cNvSpPr/>
          <p:nvPr>
            <p:ph type="body" idx="5"/>
          </p:nvPr>
        </p:nvSpPr>
        <p:spPr>
          <a:xfrm>
            <a:off x="1280160" y="4617720"/>
            <a:ext cx="16093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>
            <a:lvl1pPr algn="l" indent="0" marL="0">
              <a:lnSpc>
                <a:spcPct val="100119"/>
              </a:lnSpc>
              <a:buNone/>
              <a:defRPr sz="2175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Cuarto punto, cierre o llamada a la acción.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9304" y="97292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1887200" y="9710928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</a:t>
            </a:r>
            <a:fld id="{B8527E0D-ED06-472B-B01F-2E0BAEC098E6}" type="slidenum"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fld>
            <a:endParaRPr lang="en-US" sz="13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type="blank">
  <p:cSld name="CMF 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89304" y="97292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11887200" y="9710928"/>
            <a:ext cx="548640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</a:t>
            </a:r>
            <a:fld id="{98A198A5-C19F-473F-9A80-43D657BB568F}" type="slidenum"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fld>
            <a:endParaRPr lang="en-US" sz="13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L2" Type="http://schemas.openxmlformats.org/officeDocument/2006/relationships/slideLayout" Target="../slideLayouts/slideLayout2.xml"/><Relationship Id="rIdL3" Type="http://schemas.openxmlformats.org/officeDocument/2006/relationships/slideLayout" Target="../slideLayouts/slideLayout3.xml"/><Relationship Id="rIdL4" Type="http://schemas.openxmlformats.org/officeDocument/2006/relationships/slideLayout" Target="../slideLayouts/slideLayout4.xml"/><Relationship Id="rIdL5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L2"/>
    <p:sldLayoutId id="2147483653" r:id="rIdL3"/>
    <p:sldLayoutId id="2147483654" r:id="rIdL4"/>
    <p:sldLayoutId id="2147483655" r:id="rIdL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600700"/>
          </a:xfrm>
          <a:prstGeom prst="rect">
            <a:avLst/>
          </a:prstGeom>
          <a:solidFill>
            <a:srgbClr val="162D5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3330" b="3330"/>
          <a:stretch/>
        </p:blipFill>
        <p:spPr>
          <a:xfrm>
            <a:off x="0" y="0"/>
            <a:ext cx="18288000" cy="5600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53136" y="5968008"/>
            <a:ext cx="858172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8630"/>
              </a:lnSpc>
              <a:buNone/>
            </a:pPr>
            <a:r>
              <a:rPr lang="en-US" sz="4500" b="1" spc="-45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presentación</a:t>
            </a:r>
            <a:endParaRPr lang="en-US" sz="4500" dirty="0"/>
          </a:p>
        </p:txBody>
      </p:sp>
      <p:sp>
        <p:nvSpPr>
          <p:cNvPr id="5" name="Text 2"/>
          <p:cNvSpPr/>
          <p:nvPr/>
        </p:nvSpPr>
        <p:spPr>
          <a:xfrm>
            <a:off x="7113664" y="7425333"/>
            <a:ext cx="4060522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750"/>
              </a:lnSpc>
              <a:buNone/>
            </a:pPr>
            <a:r>
              <a:rPr lang="en-US" sz="2475" b="1" dirty="0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Nombre Apellido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7242863" y="7953970"/>
            <a:ext cx="3802126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1800"/>
              </a:lnSpc>
              <a:buNone/>
            </a:pPr>
            <a:r>
              <a:rPr lang="en-US" sz="1575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Cargo / Dirección Comisión para el Mercado Financiero</a:t>
            </a:r>
            <a:endParaRPr lang="en-US" sz="1575" dirty="0"/>
          </a:p>
        </p:txBody>
      </p:sp>
      <p:sp>
        <p:nvSpPr>
          <p:cNvPr id="7" name="Text 4"/>
          <p:cNvSpPr/>
          <p:nvPr/>
        </p:nvSpPr>
        <p:spPr>
          <a:xfrm>
            <a:off x="7113664" y="8933855"/>
            <a:ext cx="406052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214"/>
              </a:lnSpc>
              <a:buNone/>
            </a:pPr>
            <a:r>
              <a:rPr lang="en-US" sz="1725" b="1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Marzo 2026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0" y="9629775"/>
            <a:ext cx="18288000" cy="657225"/>
          </a:xfrm>
          <a:prstGeom prst="rect">
            <a:avLst/>
          </a:prstGeom>
          <a:solidFill>
            <a:srgbClr val="11235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11564" b="11564"/>
          <a:stretch/>
        </p:blipFill>
        <p:spPr>
          <a:xfrm>
            <a:off x="0" y="9629775"/>
            <a:ext cx="18288000" cy="6572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297846" y="9844088"/>
            <a:ext cx="15195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91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88554" y="9725025"/>
            <a:ext cx="271773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16367820" y="9715500"/>
            <a:ext cx="10819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2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635794"/>
            <a:ext cx="280060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200150"/>
            <a:ext cx="18105120" cy="6624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738884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8" name="Text 5"/>
          <p:cNvSpPr/>
          <p:nvPr/>
        </p:nvSpPr>
        <p:spPr>
          <a:xfrm>
            <a:off x="1276350" y="2643634"/>
            <a:ext cx="8758535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Primer punto clave de la diapositiva, con </a:t>
            </a:r>
            <a:pPr algn="l" indent="0" marL="0">
              <a:lnSpc>
                <a:spcPct val="100119"/>
              </a:lnSpc>
              <a:buNone/>
            </a:pPr>
            <a:r>
              <a:rPr lang="en-US" sz="2175" b="1" dirty="0">
                <a:solidFill>
                  <a:srgbClr val="2C2C2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énfasis </a:t>
            </a:r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donde corresponda.</a:t>
            </a:r>
            <a:endParaRPr lang="en-US" sz="2175" dirty="0"/>
          </a:p>
        </p:txBody>
      </p:sp>
      <p:sp>
        <p:nvSpPr>
          <p:cNvPr id="9" name="Shape 6"/>
          <p:cNvSpPr/>
          <p:nvPr/>
        </p:nvSpPr>
        <p:spPr>
          <a:xfrm>
            <a:off x="914400" y="3396555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0" name="Text 7"/>
          <p:cNvSpPr/>
          <p:nvPr/>
        </p:nvSpPr>
        <p:spPr>
          <a:xfrm>
            <a:off x="1276350" y="3301305"/>
            <a:ext cx="4755312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Segundo punto clave, breve y directo.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914400" y="4054227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2" name="Text 9"/>
          <p:cNvSpPr/>
          <p:nvPr/>
        </p:nvSpPr>
        <p:spPr>
          <a:xfrm>
            <a:off x="1276350" y="3958977"/>
            <a:ext cx="5983471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Tercer punto, con datos o contexto de respaldo.</a:t>
            </a:r>
            <a:endParaRPr lang="en-US" sz="2175" dirty="0"/>
          </a:p>
        </p:txBody>
      </p:sp>
      <p:sp>
        <p:nvSpPr>
          <p:cNvPr id="13" name="Shape 10"/>
          <p:cNvSpPr/>
          <p:nvPr/>
        </p:nvSpPr>
        <p:spPr>
          <a:xfrm>
            <a:off x="914400" y="4711898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4" name="Text 11"/>
          <p:cNvSpPr/>
          <p:nvPr/>
        </p:nvSpPr>
        <p:spPr>
          <a:xfrm>
            <a:off x="1276350" y="4616648"/>
            <a:ext cx="5330919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Cuarto punto, cierre o llamada a la acción.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8554" y="9725025"/>
            <a:ext cx="271773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6367820" y="9715500"/>
            <a:ext cx="10819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3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Nota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2026-07-31T14:28:43Z</dcterms:created>
  <dcterms:modified xsi:type="dcterms:W3CDTF">2026-07-31T14:28:43Z</dcterms:modified>
</cp:coreProperties>
</file>